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 varScale="1">
        <p:scale>
          <a:sx n="96" d="100"/>
          <a:sy n="96" d="100"/>
        </p:scale>
        <p:origin x="86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69D543F8-9B03-4A62-AE01-676F05C7E2EC}" type="datetimeFigureOut">
              <a:rPr lang="en-BE" smtClean="0"/>
              <a:t>05/01/2026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A2DE5E6-3506-4789-A6C0-DE3DF0BBD4AF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398686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43F8-9B03-4A62-AE01-676F05C7E2EC}" type="datetimeFigureOut">
              <a:rPr lang="en-BE" smtClean="0"/>
              <a:t>05/01/2026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DE5E6-3506-4789-A6C0-DE3DF0BBD4AF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95860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69D543F8-9B03-4A62-AE01-676F05C7E2EC}" type="datetimeFigureOut">
              <a:rPr lang="en-BE" smtClean="0"/>
              <a:t>05/01/2026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A2DE5E6-3506-4789-A6C0-DE3DF0BBD4AF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57393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69D543F8-9B03-4A62-AE01-676F05C7E2EC}" type="datetimeFigureOut">
              <a:rPr lang="en-BE" smtClean="0"/>
              <a:t>05/01/2026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A2DE5E6-3506-4789-A6C0-DE3DF0BBD4AF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15006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69D543F8-9B03-4A62-AE01-676F05C7E2EC}" type="datetimeFigureOut">
              <a:rPr lang="en-BE" smtClean="0"/>
              <a:t>05/01/2026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A2DE5E6-3506-4789-A6C0-DE3DF0BBD4AF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872832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43F8-9B03-4A62-AE01-676F05C7E2EC}" type="datetimeFigureOut">
              <a:rPr lang="en-BE" smtClean="0"/>
              <a:t>05/01/2026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DE5E6-3506-4789-A6C0-DE3DF0BBD4AF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51415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69D543F8-9B03-4A62-AE01-676F05C7E2EC}" type="datetimeFigureOut">
              <a:rPr lang="en-BE" smtClean="0"/>
              <a:t>05/01/2026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A2DE5E6-3506-4789-A6C0-DE3DF0BBD4AF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55008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43F8-9B03-4A62-AE01-676F05C7E2EC}" type="datetimeFigureOut">
              <a:rPr lang="en-BE" smtClean="0"/>
              <a:t>05/01/2026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DE5E6-3506-4789-A6C0-DE3DF0BBD4AF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00536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69D543F8-9B03-4A62-AE01-676F05C7E2EC}" type="datetimeFigureOut">
              <a:rPr lang="en-BE" smtClean="0"/>
              <a:t>05/01/2026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7A2DE5E6-3506-4789-A6C0-DE3DF0BBD4AF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00828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43F8-9B03-4A62-AE01-676F05C7E2EC}" type="datetimeFigureOut">
              <a:rPr lang="en-BE" smtClean="0"/>
              <a:t>05/01/2026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DE5E6-3506-4789-A6C0-DE3DF0BBD4AF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58114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69D543F8-9B03-4A62-AE01-676F05C7E2EC}" type="datetimeFigureOut">
              <a:rPr lang="en-BE" smtClean="0"/>
              <a:t>05/01/2026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A2DE5E6-3506-4789-A6C0-DE3DF0BBD4AF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94439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D543F8-9B03-4A62-AE01-676F05C7E2EC}" type="datetimeFigureOut">
              <a:rPr lang="en-BE" smtClean="0"/>
              <a:t>05/01/2026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DE5E6-3506-4789-A6C0-DE3DF0BBD4AF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41041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5E5C1-46B1-4C69-5334-9C0FEB2244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Waar</a:t>
            </a:r>
            <a:r>
              <a:rPr lang="en-GB" dirty="0"/>
              <a:t> </a:t>
            </a:r>
            <a:r>
              <a:rPr lang="en-GB" dirty="0" err="1"/>
              <a:t>staat</a:t>
            </a:r>
            <a:r>
              <a:rPr lang="en-GB" dirty="0"/>
              <a:t> QR </a:t>
            </a:r>
            <a:r>
              <a:rPr lang="en-GB" dirty="0" err="1"/>
              <a:t>voor</a:t>
            </a:r>
            <a:r>
              <a:rPr lang="en-GB" dirty="0"/>
              <a:t>?</a:t>
            </a:r>
            <a:endParaRPr lang="en-B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D69AC9-3D2E-9340-AA91-7E9AAB8687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Quick response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984842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85BEC-B95A-0CA9-368D-D4BC2C284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 is </a:t>
            </a:r>
            <a:r>
              <a:rPr lang="en-GB" dirty="0" err="1"/>
              <a:t>een</a:t>
            </a:r>
            <a:r>
              <a:rPr lang="en-GB" dirty="0"/>
              <a:t> QR code?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71EEB-22C8-E775-97EA-B99AB7ADD6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tweedimensionale</a:t>
            </a:r>
            <a:r>
              <a:rPr lang="en-GB" dirty="0"/>
              <a:t> barcode.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 err="1"/>
              <a:t>Vierkant</a:t>
            </a:r>
            <a:r>
              <a:rPr lang="en-GB" dirty="0"/>
              <a:t> </a:t>
            </a:r>
            <a:r>
              <a:rPr lang="en-GB" dirty="0" err="1"/>
              <a:t>bestaande</a:t>
            </a:r>
            <a:r>
              <a:rPr lang="en-GB" dirty="0"/>
              <a:t> </a:t>
            </a:r>
            <a:r>
              <a:rPr lang="en-GB" dirty="0" err="1"/>
              <a:t>uit</a:t>
            </a:r>
            <a:r>
              <a:rPr lang="en-GB" dirty="0"/>
              <a:t> </a:t>
            </a:r>
            <a:r>
              <a:rPr lang="en-GB" dirty="0" err="1"/>
              <a:t>rijen</a:t>
            </a:r>
            <a:r>
              <a:rPr lang="en-GB" dirty="0"/>
              <a:t> en </a:t>
            </a:r>
            <a:r>
              <a:rPr lang="en-GB" dirty="0" err="1"/>
              <a:t>kolommen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dirty="0"/>
              <a:t>Kleine </a:t>
            </a:r>
            <a:r>
              <a:rPr lang="en-GB" dirty="0" err="1"/>
              <a:t>zwarte</a:t>
            </a:r>
            <a:r>
              <a:rPr lang="en-GB" dirty="0"/>
              <a:t> en </a:t>
            </a:r>
            <a:r>
              <a:rPr lang="en-GB" dirty="0" err="1"/>
              <a:t>witte</a:t>
            </a:r>
            <a:r>
              <a:rPr lang="en-GB" dirty="0"/>
              <a:t> </a:t>
            </a:r>
            <a:r>
              <a:rPr lang="en-GB" dirty="0" err="1"/>
              <a:t>vierkantjes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dirty="0"/>
              <a:t>In ¾ </a:t>
            </a:r>
            <a:r>
              <a:rPr lang="en-GB" dirty="0" err="1"/>
              <a:t>hoekpunten</a:t>
            </a:r>
            <a:r>
              <a:rPr lang="en-GB" dirty="0"/>
              <a:t> </a:t>
            </a:r>
            <a:r>
              <a:rPr lang="en-GB" b="0" i="0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oriënteringssymbool</a:t>
            </a:r>
            <a:r>
              <a:rPr lang="en-GB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endParaRPr lang="en-GB" b="0" i="0" dirty="0">
              <a:solidFill>
                <a:srgbClr val="202122"/>
              </a:solidFill>
              <a:effectLst/>
              <a:latin typeface="Arial" panose="020B0604020202020204" pitchFamily="34" charset="0"/>
            </a:endParaRPr>
          </a:p>
          <a:p>
            <a:r>
              <a:rPr lang="en-GB" dirty="0" err="1">
                <a:solidFill>
                  <a:srgbClr val="202122"/>
                </a:solidFill>
                <a:latin typeface="Arial" panose="020B0604020202020204" pitchFamily="34" charset="0"/>
              </a:rPr>
              <a:t>Rustzone</a:t>
            </a:r>
            <a:r>
              <a:rPr lang="en-GB" dirty="0">
                <a:solidFill>
                  <a:srgbClr val="202122"/>
                </a:solidFill>
                <a:latin typeface="Arial" panose="020B0604020202020204" pitchFamily="34" charset="0"/>
              </a:rPr>
              <a:t>, 4 </a:t>
            </a:r>
            <a:r>
              <a:rPr lang="en-GB" dirty="0" err="1">
                <a:solidFill>
                  <a:srgbClr val="202122"/>
                </a:solidFill>
                <a:latin typeface="Arial" panose="020B0604020202020204" pitchFamily="34" charset="0"/>
              </a:rPr>
              <a:t>blokje</a:t>
            </a:r>
            <a:r>
              <a:rPr lang="en-GB" dirty="0">
                <a:solidFill>
                  <a:srgbClr val="202122"/>
                </a:solidFill>
                <a:latin typeface="Arial" panose="020B0604020202020204" pitchFamily="34" charset="0"/>
              </a:rPr>
              <a:t> brede </a:t>
            </a:r>
            <a:r>
              <a:rPr lang="en-GB" dirty="0" err="1">
                <a:solidFill>
                  <a:srgbClr val="202122"/>
                </a:solidFill>
                <a:latin typeface="Arial" panose="020B0604020202020204" pitchFamily="34" charset="0"/>
              </a:rPr>
              <a:t>witte</a:t>
            </a:r>
            <a:r>
              <a:rPr lang="en-GB" dirty="0">
                <a:solidFill>
                  <a:srgbClr val="202122"/>
                </a:solidFill>
                <a:latin typeface="Arial" panose="020B0604020202020204" pitchFamily="34" charset="0"/>
              </a:rPr>
              <a:t> strook.</a:t>
            </a:r>
            <a:endParaRPr lang="en-GB" dirty="0"/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511927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7627C-E842-6EEF-7FA7-1621037F9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Waarvoor</a:t>
            </a:r>
            <a:r>
              <a:rPr lang="en-GB" dirty="0"/>
              <a:t> word </a:t>
            </a:r>
            <a:r>
              <a:rPr lang="en-GB" dirty="0" err="1"/>
              <a:t>dit</a:t>
            </a:r>
            <a:r>
              <a:rPr lang="en-GB" dirty="0"/>
              <a:t> </a:t>
            </a:r>
            <a:r>
              <a:rPr lang="en-GB" dirty="0" err="1"/>
              <a:t>gebruikt</a:t>
            </a:r>
            <a:r>
              <a:rPr lang="en-GB" dirty="0"/>
              <a:t>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26BC5-18A9-9A57-1F41-53A17687E6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97024" y="413468"/>
            <a:ext cx="6269591" cy="6281529"/>
          </a:xfrm>
        </p:spPr>
        <p:txBody>
          <a:bodyPr/>
          <a:lstStyle/>
          <a:p>
            <a:r>
              <a:rPr lang="nl-NL" b="1" i="0" dirty="0">
                <a:effectLst/>
                <a:latin typeface="Google Sans"/>
              </a:rPr>
              <a:t>Betalingen:</a:t>
            </a:r>
            <a:r>
              <a:rPr lang="nl-NL" b="0" i="0" dirty="0">
                <a:effectLst/>
                <a:latin typeface="Google Sans"/>
              </a:rPr>
              <a:t> Voor snelle betalingen in apps.</a:t>
            </a:r>
          </a:p>
          <a:p>
            <a:pPr marL="0" indent="0">
              <a:buNone/>
            </a:pPr>
            <a:endParaRPr lang="nl-NL" b="0" i="0" dirty="0">
              <a:effectLst/>
              <a:latin typeface="Google Sans"/>
            </a:endParaRPr>
          </a:p>
          <a:p>
            <a:r>
              <a:rPr lang="nl-NL" b="1" i="0" dirty="0">
                <a:effectLst/>
                <a:latin typeface="Google Sans"/>
              </a:rPr>
              <a:t>Menu's:</a:t>
            </a:r>
            <a:r>
              <a:rPr lang="nl-NL" b="0" i="0" dirty="0">
                <a:effectLst/>
                <a:latin typeface="Google Sans"/>
              </a:rPr>
              <a:t> In restaurants, om het menu op je telefoon te bekijken.</a:t>
            </a:r>
          </a:p>
          <a:p>
            <a:pPr marL="0" indent="0">
              <a:buNone/>
            </a:pPr>
            <a:endParaRPr lang="nl-NL" b="0" i="0" dirty="0">
              <a:effectLst/>
              <a:latin typeface="Google Sans"/>
            </a:endParaRPr>
          </a:p>
          <a:p>
            <a:r>
              <a:rPr lang="nl-NL" b="1" i="0" dirty="0">
                <a:effectLst/>
                <a:latin typeface="Google Sans"/>
              </a:rPr>
              <a:t>Tracking:</a:t>
            </a:r>
            <a:r>
              <a:rPr lang="nl-NL" b="0" i="0" dirty="0">
                <a:effectLst/>
                <a:latin typeface="Google Sans"/>
              </a:rPr>
              <a:t> Voor het volgen van zendingen. </a:t>
            </a:r>
          </a:p>
          <a:p>
            <a:pPr marL="0" indent="0">
              <a:buNone/>
            </a:pPr>
            <a:endParaRPr lang="nl-NL" b="0" i="0" dirty="0">
              <a:effectLst/>
              <a:latin typeface="Google Sans"/>
            </a:endParaRPr>
          </a:p>
          <a:p>
            <a:r>
              <a:rPr lang="nl-NL" b="1" i="0" dirty="0">
                <a:effectLst/>
                <a:latin typeface="Google Sans"/>
              </a:rPr>
              <a:t>Contacten:</a:t>
            </a:r>
            <a:r>
              <a:rPr lang="nl-NL" b="0" i="0" dirty="0">
                <a:effectLst/>
                <a:latin typeface="Google Sans"/>
              </a:rPr>
              <a:t> Om contactgegevens toe te voegen aan je telefoon.</a:t>
            </a:r>
          </a:p>
          <a:p>
            <a:endParaRPr lang="nl-NL" b="0" i="0" dirty="0">
              <a:effectLst/>
              <a:latin typeface="Google Sans"/>
            </a:endParaRPr>
          </a:p>
          <a:p>
            <a:r>
              <a:rPr lang="nl-NL" b="1" i="0" dirty="0">
                <a:effectLst/>
                <a:latin typeface="Google Sans"/>
              </a:rPr>
              <a:t>Evenementen:</a:t>
            </a:r>
            <a:r>
              <a:rPr lang="nl-NL" b="0" i="0" dirty="0">
                <a:effectLst/>
                <a:latin typeface="Google Sans"/>
              </a:rPr>
              <a:t> Tickets, informatie, of interactieve ervaringen. </a:t>
            </a:r>
          </a:p>
          <a:p>
            <a:endParaRPr lang="nl-NL" b="0" i="0" dirty="0">
              <a:effectLst/>
              <a:latin typeface="Google Sans"/>
            </a:endParaRPr>
          </a:p>
          <a:p>
            <a:r>
              <a:rPr lang="nl-NL" b="1" i="0" dirty="0">
                <a:effectLst/>
                <a:latin typeface="Google Sans"/>
              </a:rPr>
              <a:t>Wi-Fi-toegang:</a:t>
            </a:r>
            <a:r>
              <a:rPr lang="nl-NL" b="0" i="0" dirty="0">
                <a:effectLst/>
                <a:latin typeface="Google Sans"/>
              </a:rPr>
              <a:t> Direct verbinden met een Wi-Fi-netwerk.</a:t>
            </a:r>
          </a:p>
          <a:p>
            <a:endParaRPr lang="nl-NL" b="0" i="0" dirty="0">
              <a:effectLst/>
              <a:latin typeface="Google Sans"/>
            </a:endParaRPr>
          </a:p>
          <a:p>
            <a:r>
              <a:rPr lang="nl-NL" dirty="0">
                <a:latin typeface="Google Sans"/>
              </a:rPr>
              <a:t>...</a:t>
            </a:r>
            <a:endParaRPr lang="nl-NL" b="0" i="0" dirty="0">
              <a:effectLst/>
              <a:latin typeface="Google Sans"/>
            </a:endParaRPr>
          </a:p>
          <a:p>
            <a:endParaRPr lang="nl-NL" b="0" i="0" dirty="0">
              <a:effectLst/>
              <a:latin typeface="Google Sans"/>
            </a:endParaRPr>
          </a:p>
          <a:p>
            <a:endParaRPr lang="nl-NL" b="0" i="0" dirty="0">
              <a:effectLst/>
              <a:latin typeface="Google Sans"/>
            </a:endParaRPr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023049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3415E-9C0C-4CF9-A6EA-747A3FE02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Hoe word </a:t>
            </a:r>
            <a:r>
              <a:rPr lang="en-GB" dirty="0" err="1"/>
              <a:t>deze</a:t>
            </a:r>
            <a:r>
              <a:rPr lang="en-GB" dirty="0"/>
              <a:t> code </a:t>
            </a:r>
            <a:r>
              <a:rPr lang="en-GB" dirty="0" err="1"/>
              <a:t>gelezen</a:t>
            </a:r>
            <a:r>
              <a:rPr lang="en-GB" dirty="0"/>
              <a:t>? 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1DDF0-7969-C9C3-41FA-34D0A4BD2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Scannen</a:t>
            </a:r>
            <a:r>
              <a:rPr lang="en-GB" dirty="0"/>
              <a:t> , </a:t>
            </a:r>
            <a:r>
              <a:rPr lang="en-GB" dirty="0" err="1"/>
              <a:t>lezen</a:t>
            </a:r>
            <a:r>
              <a:rPr lang="en-GB" dirty="0"/>
              <a:t> ,</a:t>
            </a:r>
            <a:r>
              <a:rPr lang="en-GB" dirty="0" err="1"/>
              <a:t>actie</a:t>
            </a:r>
            <a:r>
              <a:rPr lang="en-GB" dirty="0"/>
              <a:t>.</a:t>
            </a:r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901292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6FD1-0D11-D1FD-F6DE-CD29B1926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Nog</a:t>
            </a:r>
            <a:r>
              <a:rPr lang="en-GB" dirty="0"/>
              <a:t> </a:t>
            </a:r>
            <a:r>
              <a:rPr lang="en-GB" dirty="0" err="1"/>
              <a:t>Vragen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CAE57-B3BF-A915-FEF8-708807EB7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20000" dirty="0"/>
              <a:t>?</a:t>
            </a:r>
            <a:endParaRPr lang="en-BE" sz="20000" dirty="0"/>
          </a:p>
        </p:txBody>
      </p:sp>
    </p:spTree>
    <p:extLst>
      <p:ext uri="{BB962C8B-B14F-4D97-AF65-F5344CB8AC3E}">
        <p14:creationId xmlns:p14="http://schemas.microsoft.com/office/powerpoint/2010/main" val="202752129"/>
      </p:ext>
    </p:extLst>
  </p:cSld>
  <p:clrMapOvr>
    <a:masterClrMapping/>
  </p:clrMapOvr>
</p:sld>
</file>

<file path=ppt/theme/theme1.xml><?xml version="1.0" encoding="utf-8"?>
<a:theme xmlns:a="http://schemas.openxmlformats.org/drawingml/2006/main" name="Atlas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Atlas</Template>
  <TotalTime>129</TotalTime>
  <Words>123</Words>
  <Application>Microsoft Office PowerPoint</Application>
  <PresentationFormat>Widescreen</PresentationFormat>
  <Paragraphs>31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 Light</vt:lpstr>
      <vt:lpstr>Google Sans</vt:lpstr>
      <vt:lpstr>Rockwell</vt:lpstr>
      <vt:lpstr>Wingdings</vt:lpstr>
      <vt:lpstr>Atlas</vt:lpstr>
      <vt:lpstr>Waar staat QR voor?</vt:lpstr>
      <vt:lpstr>Wat is een QR code?</vt:lpstr>
      <vt:lpstr>Waarvoor word dit gebruikt?</vt:lpstr>
      <vt:lpstr>Hoe word deze code gelezen? </vt:lpstr>
      <vt:lpstr>Nog Vragen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 mertens</dc:creator>
  <cp:lastModifiedBy>tom mertens</cp:lastModifiedBy>
  <cp:revision>3</cp:revision>
  <dcterms:created xsi:type="dcterms:W3CDTF">2025-12-15T08:20:37Z</dcterms:created>
  <dcterms:modified xsi:type="dcterms:W3CDTF">2026-01-05T10:38:31Z</dcterms:modified>
</cp:coreProperties>
</file>