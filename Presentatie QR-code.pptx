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3986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9586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5739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1500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728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5141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5500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053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082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5811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443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543F8-9B03-4A62-AE01-676F05C7E2EC}" type="datetimeFigureOut">
              <a:rPr lang="en-BE" smtClean="0"/>
              <a:t>15/12/2025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E5E6-3506-4789-A6C0-DE3DF0BBD4A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104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A6B7D-4F26-02A5-A891-603EF9EFA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522" y="446204"/>
            <a:ext cx="5220739" cy="566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4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5BEC-B95A-0CA9-368D-D4BC2C28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 is </a:t>
            </a:r>
            <a:r>
              <a:rPr lang="en-GB" dirty="0" err="1"/>
              <a:t>een</a:t>
            </a:r>
            <a:r>
              <a:rPr lang="en-GB" dirty="0"/>
              <a:t> QR code?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1EEB-22C8-E775-97EA-B99AB7AD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1192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627C-E842-6EEF-7FA7-1621037F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Waarvoor</a:t>
            </a:r>
            <a:r>
              <a:rPr lang="en-GB" dirty="0"/>
              <a:t> word </a:t>
            </a:r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26BC5-18A9-9A57-1F41-53A17687E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4FAF7-2CC9-A892-D5C6-86E988B6EC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230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415E-9C0C-4CF9-A6EA-747A3FE0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hoe word </a:t>
            </a:r>
            <a:r>
              <a:rPr lang="en-GB" dirty="0" err="1"/>
              <a:t>deze</a:t>
            </a:r>
            <a:r>
              <a:rPr lang="en-GB" dirty="0"/>
              <a:t> code </a:t>
            </a:r>
            <a:r>
              <a:rPr lang="en-GB" dirty="0" err="1"/>
              <a:t>gelezen</a:t>
            </a:r>
            <a:r>
              <a:rPr lang="en-GB" dirty="0"/>
              <a:t>? 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DDF0-7969-C9C3-41FA-34D0A4BD2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129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6FD1-0D11-D1FD-F6DE-CD29B192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Nog</a:t>
            </a:r>
            <a:r>
              <a:rPr lang="en-GB" dirty="0"/>
              <a:t> </a:t>
            </a:r>
            <a:r>
              <a:rPr lang="en-GB" dirty="0" err="1"/>
              <a:t>Vragen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CAE57-B3BF-A915-FEF8-708807EB7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0" dirty="0"/>
              <a:t>?</a:t>
            </a:r>
            <a:endParaRPr lang="en-BE" sz="20000" dirty="0"/>
          </a:p>
        </p:txBody>
      </p:sp>
    </p:spTree>
    <p:extLst>
      <p:ext uri="{BB962C8B-B14F-4D97-AF65-F5344CB8AC3E}">
        <p14:creationId xmlns:p14="http://schemas.microsoft.com/office/powerpoint/2010/main" val="20275212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110</TotalTime>
  <Words>20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Rockwell</vt:lpstr>
      <vt:lpstr>Wingdings</vt:lpstr>
      <vt:lpstr>Atlas</vt:lpstr>
      <vt:lpstr>PowerPoint Presentation</vt:lpstr>
      <vt:lpstr>Wat is een QR code?</vt:lpstr>
      <vt:lpstr>Waarvoor word dit gebruikt?</vt:lpstr>
      <vt:lpstr>hoe word deze code gelezen? </vt:lpstr>
      <vt:lpstr>Nog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mertens</dc:creator>
  <cp:lastModifiedBy>tom mertens</cp:lastModifiedBy>
  <cp:revision>1</cp:revision>
  <dcterms:created xsi:type="dcterms:W3CDTF">2025-12-15T08:20:37Z</dcterms:created>
  <dcterms:modified xsi:type="dcterms:W3CDTF">2025-12-15T10:11:15Z</dcterms:modified>
</cp:coreProperties>
</file>